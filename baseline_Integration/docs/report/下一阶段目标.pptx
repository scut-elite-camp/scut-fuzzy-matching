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1091672" cy="203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000000"/>
                </a:solidFill>
                <a:latin typeface="微软雅黑"/>
                <a:ea typeface="微软雅黑"/>
              </a:rPr>
              <a:t>下一阶段目标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002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从「复现论文」走向「方法融合与真实场景验证」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3246120" cy="178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/>
          <a:lstStyle/>
          <a:p>
            <a:pPr algn="l">
              <a:spcAft>
                <a:spcPts val="1000"/>
              </a:spcAft>
            </a:pPr>
            <a:r>
              <a:rPr sz="2100" b="1">
                <a:solidFill>
                  <a:srgbClr val="000000"/>
                </a:solidFill>
                <a:latin typeface="微软雅黑"/>
                <a:ea typeface="微软雅黑"/>
              </a:rPr>
              <a:t>01  复现新论文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333333"/>
                </a:solidFill>
                <a:latin typeface="微软雅黑"/>
                <a:ea typeface="微软雅黑"/>
              </a:rPr>
              <a:t>打通近似 PSI 安全协议栈，完成端到端复现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877055" y="3552443"/>
            <a:ext cx="338328" cy="256032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97679" y="2788920"/>
            <a:ext cx="3246120" cy="178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/>
          <a:lstStyle/>
          <a:p>
            <a:pPr algn="l">
              <a:spcAft>
                <a:spcPts val="1000"/>
              </a:spcAft>
            </a:pPr>
            <a:r>
              <a:rPr sz="2100" b="1">
                <a:solidFill>
                  <a:srgbClr val="000000"/>
                </a:solidFill>
                <a:latin typeface="微软雅黑"/>
                <a:ea typeface="微软雅黑"/>
              </a:rPr>
              <a:t>02  优化准确率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333333"/>
                </a:solidFill>
                <a:latin typeface="微软雅黑"/>
                <a:ea typeface="微软雅黑"/>
              </a:rPr>
              <a:t>以随机投影候选筛选增强基线召回，突破聚类边界瓶颈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626096" y="3552443"/>
            <a:ext cx="338328" cy="256032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19" y="2788920"/>
            <a:ext cx="3246120" cy="178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/>
          <a:lstStyle/>
          <a:p>
            <a:pPr algn="l">
              <a:spcAft>
                <a:spcPts val="1000"/>
              </a:spcAft>
            </a:pPr>
            <a:r>
              <a:rPr sz="2100" b="1">
                <a:solidFill>
                  <a:srgbClr val="000000"/>
                </a:solidFill>
                <a:latin typeface="微软雅黑"/>
                <a:ea typeface="微软雅黑"/>
              </a:rPr>
              <a:t>03  验证真实可用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333333"/>
                </a:solidFill>
                <a:latin typeface="微软雅黑"/>
                <a:ea typeface="微软雅黑"/>
              </a:rPr>
              <a:t>拓展真实、复杂的数据集，检验真实场景表现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49240"/>
            <a:ext cx="110916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</a:rPr>
              <a:t>让隐私保护模糊匹配从「论文复现」走向「真实可用」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172200"/>
            <a:ext cx="11091672" cy="127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